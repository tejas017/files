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2" r:id="rId5"/>
    <p:sldId id="359" r:id="rId6"/>
    <p:sldId id="373" r:id="rId7"/>
    <p:sldId id="375" r:id="rId8"/>
    <p:sldId id="382" r:id="rId9"/>
    <p:sldId id="376" r:id="rId10"/>
    <p:sldId id="365" r:id="rId11"/>
    <p:sldId id="377" r:id="rId12"/>
    <p:sldId id="383" r:id="rId13"/>
    <p:sldId id="380" r:id="rId14"/>
    <p:sldId id="378" r:id="rId15"/>
    <p:sldId id="3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B161-DB74-BF41-3BB1-979F8767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17F34-19DA-D515-A86A-C426800F7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59CBE-8CDB-F0D9-869D-AC76E4E25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6BB98-D1A6-79E8-7CE4-B4CD69DE9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26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sz="3600" dirty="0"/>
              <a:t>Automation Test </a:t>
            </a:r>
            <a:r>
              <a:rPr lang="en-US" sz="3600" dirty="0" err="1"/>
              <a:t>PlugIn</a:t>
            </a:r>
            <a:r>
              <a:rPr lang="en-US" sz="3600" dirty="0"/>
              <a:t> 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Previous Version – How it Work</a:t>
            </a:r>
          </a:p>
          <a:p>
            <a:r>
              <a:rPr lang="en-US" dirty="0"/>
              <a:t>Current Version – How it Works </a:t>
            </a:r>
          </a:p>
          <a:p>
            <a:r>
              <a:rPr lang="en-US" dirty="0"/>
              <a:t>How to use modified actions ? </a:t>
            </a:r>
          </a:p>
          <a:p>
            <a:r>
              <a:rPr lang="en-US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832" y="1238864"/>
            <a:ext cx="8898194" cy="628220"/>
          </a:xfrm>
        </p:spPr>
        <p:txBody>
          <a:bodyPr/>
          <a:lstStyle/>
          <a:p>
            <a:r>
              <a:rPr lang="en-US" sz="2800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583D4-439B-71A3-E3FA-EFDFA1445DFA}"/>
              </a:ext>
            </a:extLst>
          </p:cNvPr>
          <p:cNvSpPr txBox="1"/>
          <p:nvPr/>
        </p:nvSpPr>
        <p:spPr>
          <a:xfrm>
            <a:off x="1533832" y="2391540"/>
            <a:ext cx="87359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The Automation Test Plugin is designed to expedite the automation testing process by automatically generating Excel sheets based on user actions performed within a web application. By capturing real user interactions and converting them into structured test steps, the plugin helps save time and effort, reducing manual work and improving overall testing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Previous Version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sz="1400" dirty="0"/>
              <a:t>23 user actions supported</a:t>
            </a:r>
          </a:p>
          <a:p>
            <a:pPr lvl="1"/>
            <a:r>
              <a:rPr lang="en-US" sz="1400" dirty="0"/>
              <a:t>4 actions captured automatically</a:t>
            </a:r>
          </a:p>
          <a:p>
            <a:pPr lvl="1"/>
            <a:r>
              <a:rPr lang="en-US" sz="1400" dirty="0"/>
              <a:t>19 actions required keyboard shortcuts</a:t>
            </a:r>
          </a:p>
          <a:p>
            <a:r>
              <a:rPr lang="en-US" sz="1400" dirty="0"/>
              <a:t>Tester had to remember and use multiple shortcut keys</a:t>
            </a:r>
          </a:p>
          <a:p>
            <a:r>
              <a:rPr lang="en-US" sz="1400" dirty="0"/>
              <a:t>Actions were recorded in Excel after pressing shortcuts</a:t>
            </a:r>
          </a:p>
          <a:p>
            <a:r>
              <a:rPr lang="en-US" b="1" dirty="0"/>
              <a:t>Limitations</a:t>
            </a:r>
            <a:endParaRPr lang="en-US" dirty="0"/>
          </a:p>
          <a:p>
            <a:r>
              <a:rPr lang="en-US" sz="1400" dirty="0"/>
              <a:t>High dependency on shortcuts</a:t>
            </a:r>
          </a:p>
          <a:p>
            <a:r>
              <a:rPr lang="en-US" sz="1400" dirty="0"/>
              <a:t>Limited flexibility during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E8A85E-9604-F5D4-E937-0C6F6146F79B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3255433" y="656303"/>
            <a:ext cx="8022167" cy="56830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B689E-DF26-BD22-64FD-301B4292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37162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Current 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170EB65-4103-DA8D-8C1A-2E7D46DD0C70}"/>
              </a:ext>
            </a:extLst>
          </p:cNvPr>
          <p:cNvSpPr>
            <a:spLocks noGrp="1" noChangeArrowheads="1"/>
          </p:cNvSpPr>
          <p:nvPr>
            <p:ph sz="quarter" idx="35"/>
          </p:nvPr>
        </p:nvSpPr>
        <p:spPr bwMode="auto">
          <a:xfrm>
            <a:off x="2659900" y="2241308"/>
            <a:ext cx="687219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Keyboard-shortcut–based recording replaced with 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action-driven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actions captured through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 user behavior and mouse interactions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Right-click context menu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introduced for manual action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latin typeface="Arial" panose="020B0604020202020204" pitchFamily="34" charset="0"/>
              </a:rPr>
              <a:t>Actions are captured via: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Right-click → </a:t>
            </a:r>
            <a:r>
              <a:rPr lang="en-US" altLang="en-US" sz="1400" b="1" dirty="0" err="1">
                <a:latin typeface="Arial" panose="020B0604020202020204" pitchFamily="34" charset="0"/>
              </a:rPr>
              <a:t>Progno</a:t>
            </a:r>
            <a:r>
              <a:rPr lang="en-US" altLang="en-US" sz="1400" b="1" dirty="0">
                <a:latin typeface="Arial" panose="020B0604020202020204" pitchFamily="34" charset="0"/>
              </a:rPr>
              <a:t> Auto Test Plugin</a:t>
            </a:r>
            <a:r>
              <a:rPr lang="en-US" altLang="en-US" sz="1400" dirty="0">
                <a:latin typeface="Arial" panose="020B0604020202020204" pitchFamily="34" charset="0"/>
              </a:rPr>
              <a:t> → Select required action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Automatic detection while performing actions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Each action is </a:t>
            </a:r>
            <a:r>
              <a:rPr lang="en-US" altLang="en-US" sz="1400" b="1" dirty="0">
                <a:latin typeface="Arial" panose="020B0604020202020204" pitchFamily="34" charset="0"/>
              </a:rPr>
              <a:t>immediately logged into the Excel sheet</a:t>
            </a:r>
            <a:r>
              <a:rPr lang="en-US" altLang="en-US" sz="1400" dirty="0">
                <a:latin typeface="Arial" panose="020B0604020202020204" pitchFamily="34" charset="0"/>
              </a:rPr>
              <a:t> with proper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-650240"/>
            <a:ext cx="6327105" cy="3373973"/>
          </a:xfrm>
        </p:spPr>
        <p:txBody>
          <a:bodyPr anchor="b"/>
          <a:lstStyle/>
          <a:p>
            <a:r>
              <a:rPr lang="en-US" dirty="0"/>
              <a:t>Modified Actions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330" y="3298393"/>
            <a:ext cx="6172223" cy="1671749"/>
          </a:xfrm>
        </p:spPr>
        <p:txBody>
          <a:bodyPr/>
          <a:lstStyle/>
          <a:p>
            <a:r>
              <a:rPr lang="en-US" b="1" dirty="0"/>
              <a:t>Actions Captured by Performing Actions</a:t>
            </a:r>
            <a:endParaRPr lang="en-US" dirty="0"/>
          </a:p>
          <a:p>
            <a:r>
              <a:rPr lang="en-US" dirty="0"/>
              <a:t>&amp;</a:t>
            </a:r>
          </a:p>
          <a:p>
            <a:r>
              <a:rPr lang="en-US" b="1" dirty="0"/>
              <a:t>Actions Captured via Right Click Menu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18" y="600052"/>
            <a:ext cx="10436220" cy="55003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Actions Captured by Performing Actions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2F16E31-7AD5-1F47-C808-15B79917E224}"/>
              </a:ext>
            </a:extLst>
          </p:cNvPr>
          <p:cNvGraphicFramePr>
            <a:graphicFrameLocks noGrp="1"/>
          </p:cNvGraphicFramePr>
          <p:nvPr>
            <p:ph sz="quarter" idx="35"/>
            <p:extLst>
              <p:ext uri="{D42A27DB-BD31-4B8C-83A1-F6EECF244321}">
                <p14:modId xmlns:p14="http://schemas.microsoft.com/office/powerpoint/2010/main" val="2448436630"/>
              </p:ext>
            </p:extLst>
          </p:nvPr>
        </p:nvGraphicFramePr>
        <p:xfrm>
          <a:off x="806449" y="1720646"/>
          <a:ext cx="10436220" cy="416800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18110">
                  <a:extLst>
                    <a:ext uri="{9D8B030D-6E8A-4147-A177-3AD203B41FA5}">
                      <a16:colId xmlns:a16="http://schemas.microsoft.com/office/drawing/2014/main" val="2827416720"/>
                    </a:ext>
                  </a:extLst>
                </a:gridCol>
                <a:gridCol w="5218110">
                  <a:extLst>
                    <a:ext uri="{9D8B030D-6E8A-4147-A177-3AD203B41FA5}">
                      <a16:colId xmlns:a16="http://schemas.microsoft.com/office/drawing/2014/main" val="3654726141"/>
                    </a:ext>
                  </a:extLst>
                </a:gridCol>
              </a:tblGrid>
              <a:tr h="6123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User Action Name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3041102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Maximize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Maximizing the browser window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735587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Clear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Clearing an existing value from an input field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157920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Screenshot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Taking a screenshot using standard system keys ( fn +f10)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0046473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Verify Label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Double-clicking on a label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8656585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Verify Value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Double-clicking on a value inside an input field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3414604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ClickJS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Normal click action captured via JavaScript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9580510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ScrollTo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Scrolling the page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5025754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Highlight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Clicking and holding right-click on an element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9154871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DoubleClick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By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doubleclicking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on any element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8702208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 flipV="1">
            <a:off x="-188806" y="6568463"/>
            <a:ext cx="188806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069D-9876-F92D-EB02-6C2D4BD0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5363-4CCD-29BD-B26C-DBE9D0DE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18" y="600052"/>
            <a:ext cx="10436220" cy="550037"/>
          </a:xfrm>
        </p:spPr>
        <p:txBody>
          <a:bodyPr/>
          <a:lstStyle/>
          <a:p>
            <a:pPr algn="ctr"/>
            <a:r>
              <a:rPr lang="en-US" b="1" dirty="0"/>
              <a:t>Actions Captured via Right Click Menu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43B1AE-3265-C1DA-6866-B39B0B51A344}"/>
              </a:ext>
            </a:extLst>
          </p:cNvPr>
          <p:cNvGraphicFramePr>
            <a:graphicFrameLocks noGrp="1"/>
          </p:cNvGraphicFramePr>
          <p:nvPr>
            <p:ph sz="quarter" idx="35"/>
            <p:extLst>
              <p:ext uri="{D42A27DB-BD31-4B8C-83A1-F6EECF244321}">
                <p14:modId xmlns:p14="http://schemas.microsoft.com/office/powerpoint/2010/main" val="1788613235"/>
              </p:ext>
            </p:extLst>
          </p:nvPr>
        </p:nvGraphicFramePr>
        <p:xfrm>
          <a:off x="806449" y="1524001"/>
          <a:ext cx="10436220" cy="456307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18110">
                  <a:extLst>
                    <a:ext uri="{9D8B030D-6E8A-4147-A177-3AD203B41FA5}">
                      <a16:colId xmlns:a16="http://schemas.microsoft.com/office/drawing/2014/main" val="2827416720"/>
                    </a:ext>
                  </a:extLst>
                </a:gridCol>
                <a:gridCol w="5218110">
                  <a:extLst>
                    <a:ext uri="{9D8B030D-6E8A-4147-A177-3AD203B41FA5}">
                      <a16:colId xmlns:a16="http://schemas.microsoft.com/office/drawing/2014/main" val="3654726141"/>
                    </a:ext>
                  </a:extLst>
                </a:gridCol>
              </a:tblGrid>
              <a:tr h="6123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User Action Name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3041102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Click (Change Focus)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focus change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735587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Contains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whether an element contains a specific value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157920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GetTrim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trims text from an element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0046473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DynamicVerify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Dynamicverifies useraction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8656585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DynamicSet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Dynamicset useraction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3414604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DynamicContains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Dynamiccontains useraction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9580510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ObjectExists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Objectexists useraction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5025754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IsEnable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isenable useraction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9154871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Wait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Records wait action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8702208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IsBlank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27076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Record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isBlank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action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0809415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BC623-F2A3-1463-87A7-064C13E239B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 flipV="1">
            <a:off x="-188806" y="6568463"/>
            <a:ext cx="188806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A3FEC-E9B2-671E-6C3A-B1F8A53B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79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 TIPS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10994240" cy="34272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the tester wants to record the following user actions :- </a:t>
            </a:r>
          </a:p>
          <a:p>
            <a:r>
              <a:rPr lang="en-US" dirty="0"/>
              <a:t>Click (Change Focus), Contains, </a:t>
            </a:r>
            <a:r>
              <a:rPr lang="en-US" dirty="0" err="1"/>
              <a:t>GetTrim</a:t>
            </a:r>
            <a:r>
              <a:rPr lang="en-US" dirty="0"/>
              <a:t>, </a:t>
            </a:r>
            <a:r>
              <a:rPr lang="en-US" dirty="0" err="1"/>
              <a:t>DynamicVerify</a:t>
            </a:r>
            <a:r>
              <a:rPr lang="en-US" dirty="0"/>
              <a:t>, </a:t>
            </a:r>
            <a:r>
              <a:rPr lang="en-US" dirty="0" err="1"/>
              <a:t>DynamicSet</a:t>
            </a:r>
            <a:r>
              <a:rPr lang="en-US" dirty="0"/>
              <a:t>, </a:t>
            </a:r>
            <a:r>
              <a:rPr lang="en-US" dirty="0" err="1"/>
              <a:t>DynamicContains</a:t>
            </a:r>
            <a:r>
              <a:rPr lang="en-US" dirty="0"/>
              <a:t>, </a:t>
            </a:r>
            <a:r>
              <a:rPr lang="en-US" dirty="0" err="1"/>
              <a:t>ObjectExists</a:t>
            </a:r>
            <a:r>
              <a:rPr lang="en-US" dirty="0"/>
              <a:t>, </a:t>
            </a:r>
            <a:r>
              <a:rPr lang="en-US" dirty="0" err="1"/>
              <a:t>IsEnable</a:t>
            </a:r>
            <a:r>
              <a:rPr lang="en-US" dirty="0"/>
              <a:t>, Wait, and </a:t>
            </a:r>
            <a:r>
              <a:rPr lang="en-US" dirty="0" err="1"/>
              <a:t>IsBlank</a:t>
            </a:r>
            <a:r>
              <a:rPr lang="en-US" dirty="0"/>
              <a:t>  the action should be recorded using the right-click option.</a:t>
            </a:r>
          </a:p>
          <a:p>
            <a:endParaRPr lang="en-US" dirty="0"/>
          </a:p>
          <a:p>
            <a:pPr fontAlgn="base"/>
            <a:r>
              <a:rPr lang="en-US" b="1" dirty="0"/>
              <a:t>For Example: 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If Tester wants to record the user action for the </a:t>
            </a:r>
            <a:r>
              <a:rPr lang="en-US" dirty="0" err="1"/>
              <a:t>isblank</a:t>
            </a:r>
            <a:r>
              <a:rPr lang="en-US" dirty="0"/>
              <a:t> then tester will right click on the element then  select the </a:t>
            </a:r>
            <a:r>
              <a:rPr lang="en-US" dirty="0" err="1"/>
              <a:t>Progno</a:t>
            </a:r>
            <a:r>
              <a:rPr lang="en-US" dirty="0"/>
              <a:t> Auto Test Plugin in that list of user actions , the tester should choose the </a:t>
            </a:r>
            <a:r>
              <a:rPr lang="en-US" dirty="0" err="1"/>
              <a:t>isblank</a:t>
            </a:r>
            <a:r>
              <a:rPr lang="en-US" dirty="0"/>
              <a:t> action and that will record as </a:t>
            </a:r>
            <a:r>
              <a:rPr lang="en-US" dirty="0" err="1"/>
              <a:t>isblank</a:t>
            </a:r>
            <a:r>
              <a:rPr lang="en-US" dirty="0"/>
              <a:t> in Excel Sheet   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12644284" y="2910348"/>
            <a:ext cx="118909" cy="29037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Conclusion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pPr lvl="0"/>
            <a:r>
              <a:rPr lang="en-US" dirty="0"/>
              <a:t>The updated Automation Test Plugin replaces shortcut-based recording with an action-driven approach that better reflects real user interactions. By introducing right-click context actions and automatic behavior-based recording, the plugin becomes easier to use, more reliable, and more scalable for future enhancements.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817" y="993057"/>
            <a:ext cx="4409514" cy="1531865"/>
          </a:xfrm>
        </p:spPr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285</TotalTime>
  <Words>504</Words>
  <Application>Microsoft Office PowerPoint</Application>
  <PresentationFormat>Widescreen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Arial Nova</vt:lpstr>
      <vt:lpstr>Biome</vt:lpstr>
      <vt:lpstr>Calibri</vt:lpstr>
      <vt:lpstr>Times New Roman</vt:lpstr>
      <vt:lpstr>Custom</vt:lpstr>
      <vt:lpstr>Automation Test PlugIn </vt:lpstr>
      <vt:lpstr>Agenda</vt:lpstr>
      <vt:lpstr>Introduction</vt:lpstr>
      <vt:lpstr>Previous Version </vt:lpstr>
      <vt:lpstr>PowerPoint Presentation</vt:lpstr>
      <vt:lpstr>Current Version </vt:lpstr>
      <vt:lpstr>Modified Actions </vt:lpstr>
      <vt:lpstr>Actions Captured by Performing Actions</vt:lpstr>
      <vt:lpstr>Actions Captured via Right Click Menu</vt:lpstr>
      <vt:lpstr> TIPS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Yelkar</dc:creator>
  <cp:lastModifiedBy>Tejas Yelkar</cp:lastModifiedBy>
  <cp:revision>1</cp:revision>
  <dcterms:created xsi:type="dcterms:W3CDTF">2026-01-30T05:40:01Z</dcterms:created>
  <dcterms:modified xsi:type="dcterms:W3CDTF">2026-01-30T10:25:22Z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